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1999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Master" Target="slideMasters/slideMaster1.xml"/><Relationship Id="rId11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role_access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architecture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result_comparison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Smart Commerce</a:t>
            </a:r>
            <a:endParaRPr lang="en-US" sz="3400"/>
          </a:p>
        </p:txBody>
      </p:sp>
      <p:sp>
        <p:nvSpPr>
          <p:cNvPr id="3" name="Text 3"/>
          <p:cNvSpPr txBox="1"/>
          <p:nvPr/>
        </p:nvSpPr>
        <p:spPr>
          <a:xfrm>
            <a:off x="685800" y="1300000"/>
            <a:ext cx="7600000" cy="4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2000" b="1">
                <a:solidFill>
                  <a:srgbClr val="1E8A8A"/>
                </a:solidFill>
                <a:latin typeface="Aptos"/>
              </a:rPr>
              <a:t>AI-Driven Smart E-Commerce Platform</a:t>
            </a:r>
            <a:endParaRPr lang="en-US" sz="2000"/>
          </a:p>
        </p:txBody>
      </p:sp>
      <p:sp>
        <p:nvSpPr>
          <p:cNvPr id="4" name="Bullets 4"/>
          <p:cNvSpPr txBox="1"/>
          <p:nvPr/>
        </p:nvSpPr>
        <p:spPr>
          <a:xfrm>
            <a:off x="685800" y="2100000"/>
            <a:ext cx="98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E-Commerce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Inventory Intelligence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Analytics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Demand Forecasting</a:t>
            </a:r>
            <a:endParaRPr lang="en-US" sz="2200"/>
          </a:p>
        </p:txBody>
      </p:sp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01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Real-Life Problem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1050000" y="1650000"/>
            <a:ext cx="1030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Manual stock tracking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Scattered business data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Delayed restocking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Weak demand visibility</a:t>
            </a:r>
            <a:endParaRPr lang="en-US" sz="2200"/>
          </a:p>
        </p:txBody>
      </p:sp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02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Project Overview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1050000" y="1650000"/>
            <a:ext cx="1030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Full-stack commerce system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Admin, vendor, customer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Orders, inventory, analytics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Forecast-based decisions</a:t>
            </a:r>
            <a:endParaRPr lang="en-US" sz="2200"/>
          </a:p>
        </p:txBody>
      </p:sp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03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Key Features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685800" y="1450000"/>
            <a:ext cx="5200000" cy="3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Secure login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Role-based dashboards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Product and order management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Low-stock alerts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Forecast reports</a:t>
            </a:r>
            <a:endParaRPr lang="en-US" sz="2200"/>
          </a:p>
        </p:txBody>
      </p:sp>
      <p:pic>
        <p:nvPicPr>
          <p:cNvPr id="4" name="Project visual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500000"/>
            <a:ext cx="5200000" cy="3300000"/>
          </a:xfrm>
          <a:prstGeom prst="rect">
            <a:avLst/>
          </a:prstGeom>
          <a:ln>
            <a:solidFill>
              <a:srgbClr val="D7DEE8"/>
            </a:solidFill>
          </a:ln>
        </p:spPr>
      </p:pic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04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Architecture and Lifecycle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685800" y="1450000"/>
            <a:ext cx="5200000" cy="3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Client-server architecture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REST API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MongoDB persistence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DSR + Agile increments</a:t>
            </a:r>
            <a:endParaRPr lang="en-US" sz="2200"/>
          </a:p>
        </p:txBody>
      </p:sp>
      <p:pic>
        <p:nvPicPr>
          <p:cNvPr id="4" name="Project visual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500000"/>
            <a:ext cx="5200000" cy="3300000"/>
          </a:xfrm>
          <a:prstGeom prst="rect">
            <a:avLst/>
          </a:prstGeom>
          <a:ln>
            <a:solidFill>
              <a:srgbClr val="D7DEE8"/>
            </a:solidFill>
          </a:ln>
        </p:spPr>
      </p:pic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05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Technology Used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1050000" y="1650000"/>
            <a:ext cx="1030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Next.js, React, TypeScript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Node.js, Express.js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MongoDB, Mongoose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JWT, Docker, Python</a:t>
            </a:r>
            <a:endParaRPr lang="en-US" sz="2200"/>
          </a:p>
        </p:txBody>
      </p:sp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06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Business Value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685800" y="1450000"/>
            <a:ext cx="5200000" cy="3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Better visibility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Faster decisions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Reduced stock risk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Improved customer trust</a:t>
            </a:r>
            <a:endParaRPr lang="en-US" sz="2200"/>
          </a:p>
        </p:txBody>
      </p:sp>
      <p:pic>
        <p:nvPicPr>
          <p:cNvPr id="4" name="Project visual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000" y="1500000"/>
            <a:ext cx="5200000" cy="3300000"/>
          </a:xfrm>
          <a:prstGeom prst="rect">
            <a:avLst/>
          </a:prstGeom>
          <a:ln>
            <a:solidFill>
              <a:srgbClr val="D7DEE8"/>
            </a:solidFill>
          </a:ln>
        </p:spPr>
      </p:pic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07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Future Scope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1050000" y="1650000"/>
            <a:ext cx="1030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Payment gateway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Recommendation engine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Advanced ML forecasting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Intelligent chatbot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Cloud deployment</a:t>
            </a:r>
            <a:endParaRPr lang="en-US" sz="2200"/>
          </a:p>
        </p:txBody>
      </p:sp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08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Accent"/>
          <p:cNvSpPr/>
          <p:nvPr/>
        </p:nvSpPr>
        <p:spPr>
          <a:xfrm>
            <a:off x="0" y="0"/>
            <a:ext cx="12191999" cy="152400"/>
          </a:xfrm>
          <a:prstGeom prst="rect">
            <a:avLst/>
          </a:prstGeom>
          <a:solidFill>
            <a:srgbClr val="1E8A8A"/>
          </a:solidFill>
          <a:ln>
            <a:noFill/>
          </a:ln>
        </p:spPr>
      </p:sp>
      <p:sp>
        <p:nvSpPr>
          <p:cNvPr id="2" name="Text 2"/>
          <p:cNvSpPr txBox="1"/>
          <p:nvPr/>
        </p:nvSpPr>
        <p:spPr>
          <a:xfrm>
            <a:off x="685800" y="515000"/>
            <a:ext cx="8800000" cy="7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3400" b="1">
                <a:solidFill>
                  <a:srgbClr val="162033"/>
                </a:solidFill>
                <a:latin typeface="Aptos"/>
              </a:rPr>
              <a:t>Conclusion</a:t>
            </a:r>
            <a:endParaRPr lang="en-US" sz="3400"/>
          </a:p>
        </p:txBody>
      </p:sp>
      <p:sp>
        <p:nvSpPr>
          <p:cNvPr id="3" name="Bullets 3"/>
          <p:cNvSpPr txBox="1"/>
          <p:nvPr/>
        </p:nvSpPr>
        <p:spPr>
          <a:xfrm>
            <a:off x="1050000" y="1650000"/>
            <a:ext cx="10300000" cy="3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Integrated platform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Operational intelligence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Graduate-level engineering</a:t>
            </a:r>
            <a:endParaRPr lang="en-US" sz="2200"/>
          </a:p>
          <a:p>
            <a:pPr marL="285750" indent="-171450">
              <a:buChar char="•"/>
            </a:pPr>
            <a:r>
              <a:rPr lang="en-US" sz="2200">
                <a:solidFill>
                  <a:srgbClr val="263142"/>
                </a:solidFill>
                <a:latin typeface="Aptos"/>
              </a:rPr>
              <a:t>Scalable future roadmap</a:t>
            </a:r>
            <a:endParaRPr lang="en-US" sz="2200"/>
          </a:p>
        </p:txBody>
      </p:sp>
      <p:sp>
        <p:nvSpPr>
          <p:cNvPr id="91" name="Text 91"/>
          <p:cNvSpPr txBox="1"/>
          <p:nvPr/>
        </p:nvSpPr>
        <p:spPr>
          <a:xfrm>
            <a:off x="685800" y="6500000"/>
            <a:ext cx="22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en-US" sz="1200" b="0">
                <a:solidFill>
                  <a:srgbClr val="637083"/>
                </a:solidFill>
                <a:latin typeface="Aptos"/>
              </a:rPr>
              <a:t>09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Commerce">
  <a:themeElements>
    <a:clrScheme name="Smart Commerce">
      <a:dk1>
        <a:srgbClr val="162033"/>
      </a:dk1>
      <a:lt1>
        <a:srgbClr val="FFFFFF"/>
      </a:lt1>
      <a:dk2>
        <a:srgbClr val="263142"/>
      </a:dk2>
      <a:lt2>
        <a:srgbClr val="F6F8FB"/>
      </a:lt2>
      <a:accent1>
        <a:srgbClr val="1E8A8A"/>
      </a:accent1>
      <a:accent2>
        <a:srgbClr val="37A169"/>
      </a:accent2>
      <a:accent3>
        <a:srgbClr val="F2C94C"/>
      </a:accent3>
      <a:accent4>
        <a:srgbClr val="E07A5F"/>
      </a:accent4>
      <a:accent5>
        <a:srgbClr val="5B6C8F"/>
      </a:accent5>
      <a:accent6>
        <a:srgbClr val="8A7CCF"/>
      </a:accent6>
      <a:hlink>
        <a:srgbClr val="1E8A8A"/>
      </a:hlink>
      <a:folHlink>
        <a:srgbClr val="5B6C8F"/>
      </a:folHlink>
    </a:clrScheme>
    <a:fontScheme name="Aptos">
      <a:majorFont>
        <a:latin typeface="Aptos"/>
      </a:majorFont>
      <a:minorFont>
        <a:latin typeface="Aptos"/>
      </a:minorFont>
    </a:fontScheme>
    <a:fmtScheme name="Clean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9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Commerce Problem Solving Presentation</dc:title>
  <dc:creator>Codex</dc:creator>
  <cp:lastModifiedBy>Codex</cp:lastModifiedBy>
  <dcterms:created xsi:type="dcterms:W3CDTF">2026-06-25T09:58:50Z</dcterms:created>
  <dcterms:modified xsi:type="dcterms:W3CDTF">2026-06-25T09:58:50Z</dcterms:modified>
</cp:coreProperties>
</file>